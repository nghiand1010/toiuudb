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oto Sans Bold" charset="1" panose="020B0802040504020204"/>
      <p:regular r:id="rId13"/>
    </p:embeddedFont>
    <p:embeddedFont>
      <p:font typeface="Noto Sans" charset="1" panose="020B0502040504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2778" y="3213914"/>
            <a:ext cx="1376838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Func</a:t>
            </a:r>
            <a:r>
              <a:rPr lang="en-US" b="true" sz="92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tion-based indexes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6156" y="4978208"/>
            <a:ext cx="12307960" cy="3997994"/>
          </a:xfrm>
          <a:custGeom>
            <a:avLst/>
            <a:gdLst/>
            <a:ahLst/>
            <a:cxnLst/>
            <a:rect r="r" b="b" t="t" l="l"/>
            <a:pathLst>
              <a:path h="3997994" w="12307960">
                <a:moveTo>
                  <a:pt x="0" y="0"/>
                </a:moveTo>
                <a:lnTo>
                  <a:pt x="12307960" y="0"/>
                </a:lnTo>
                <a:lnTo>
                  <a:pt x="12307960" y="3997994"/>
                </a:lnTo>
                <a:lnTo>
                  <a:pt x="0" y="3997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4515" y="2642906"/>
            <a:ext cx="1319196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SELECT  *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FROM EMPLOYEES e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WHERE e.LAST_NAME ='Nghĩa'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80978" y="334997"/>
            <a:ext cx="1418201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Select chuẩn siêu nhanh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2807" y="4858488"/>
            <a:ext cx="11424878" cy="5059589"/>
          </a:xfrm>
          <a:custGeom>
            <a:avLst/>
            <a:gdLst/>
            <a:ahLst/>
            <a:cxnLst/>
            <a:rect r="r" b="b" t="t" l="l"/>
            <a:pathLst>
              <a:path h="5059589" w="11424878">
                <a:moveTo>
                  <a:pt x="0" y="0"/>
                </a:moveTo>
                <a:lnTo>
                  <a:pt x="11424879" y="0"/>
                </a:lnTo>
                <a:lnTo>
                  <a:pt x="11424879" y="5059589"/>
                </a:lnTo>
                <a:lnTo>
                  <a:pt x="0" y="505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2807" y="2156369"/>
            <a:ext cx="1319196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SELECT *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FROM EMPLOYEES 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WHERE upper(e.LAST_NAME) =Upper('Nghĩa')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74803" y="334997"/>
            <a:ext cx="1679436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Thêm cái hàm vào siêu chậm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5683" y="3199145"/>
            <a:ext cx="172593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ALTER TABLE employees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ADD upper_last_name VARCHAR2(50) GENERATED ALWAYS AS (UPPER(last_name)) VIRTUAL;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3997" y="5538176"/>
            <a:ext cx="148062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CREATE INDEX idx_virtual_upper_name ON employees(upper_last_name);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997" y="6677057"/>
            <a:ext cx="1489574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SELECT first_name, last_name, phone_number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FROM employees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WHERE upper_last_name = 'NGHĨA';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8988" y="-13407"/>
            <a:ext cx="1322248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Ngây thơ tạo thêm cột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6066" y="4588118"/>
            <a:ext cx="12278549" cy="4191388"/>
          </a:xfrm>
          <a:custGeom>
            <a:avLst/>
            <a:gdLst/>
            <a:ahLst/>
            <a:cxnLst/>
            <a:rect r="r" b="b" t="t" l="l"/>
            <a:pathLst>
              <a:path h="4191388" w="12278549">
                <a:moveTo>
                  <a:pt x="0" y="0"/>
                </a:moveTo>
                <a:lnTo>
                  <a:pt x="12278550" y="0"/>
                </a:lnTo>
                <a:lnTo>
                  <a:pt x="12278550" y="4191388"/>
                </a:lnTo>
                <a:lnTo>
                  <a:pt x="0" y="4191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6066" y="2685708"/>
            <a:ext cx="1319196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CREATE INDEX idx_upper_last_name ON employees(UPPER(last_name));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4987" y="-13407"/>
            <a:ext cx="1247048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Function Based index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4426" y="5944003"/>
            <a:ext cx="12343668" cy="3790086"/>
          </a:xfrm>
          <a:custGeom>
            <a:avLst/>
            <a:gdLst/>
            <a:ahLst/>
            <a:cxnLst/>
            <a:rect r="r" b="b" t="t" l="l"/>
            <a:pathLst>
              <a:path h="3790086" w="12343668">
                <a:moveTo>
                  <a:pt x="0" y="0"/>
                </a:moveTo>
                <a:lnTo>
                  <a:pt x="12343668" y="0"/>
                </a:lnTo>
                <a:lnTo>
                  <a:pt x="12343668" y="3790087"/>
                </a:lnTo>
                <a:lnTo>
                  <a:pt x="0" y="3790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2785" y="1475462"/>
            <a:ext cx="14897307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EGIN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DBMS_STATS.GATHER_TABLE_STATS(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ownname =&gt; USER,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tabname =&gt; 'EMPLOYEES'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);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END;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031001" y="-310157"/>
            <a:ext cx="1298174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Nhớ cập nhật Statitics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46266" y="555041"/>
            <a:ext cx="487489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luận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0045" y="2880845"/>
            <a:ext cx="172593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Tránh hàm để bên trái dấu =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0045" y="4529940"/>
            <a:ext cx="172593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Muốn dùng hàm phải index theo hàm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0045" y="6179035"/>
            <a:ext cx="172593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Cần để ý tới chữ hoa thường vì nhiều khi dev hoặc ORM tự thêm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DAHScCVmGBY</dc:identifier>
  <dcterms:modified xsi:type="dcterms:W3CDTF">2011-08-01T06:04:30Z</dcterms:modified>
  <cp:revision>1</cp:revision>
  <dc:title>function-based indexes</dc:title>
</cp:coreProperties>
</file>